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C5FCD4-3AF5-4197-AD77-37A597A7B8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F2382C-D1FE-4577-B794-03E46472BD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pleMyungj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pleMyungj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defRPr>
            </a:lvl1pPr>
          </a:lstStyle>
          <a:p>
            <a:pPr indent="0" algn="r">
              <a:buNone/>
            </a:pPr>
            <a:fld id="{91CDB786-0ACA-45E1-989C-886A54A4DC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Myungjo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ppleMyungj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72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 3: Weighted Average Cost of Capital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60000" y="2160000"/>
            <a:ext cx="792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WACC = E/V * Re + D/V * Rd * (1 - Tc)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 is the cost of equity estimated with CAPM.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360000" y="72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Practice Problem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60000" y="2160000"/>
            <a:ext cx="792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Beta 1.2, risk-free 1.5%, ERP 5.5% -&gt; compute 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コーポレート・ファイナンス 第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回 資本コスト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ko-KR</dc:language>
  <cp:lastModifiedBy/>
  <cp:revision>0</cp:revision>
  <dc:subject/>
  <dc:title/>
</cp:coreProperties>
</file>